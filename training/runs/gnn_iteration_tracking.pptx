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8"/>
    <p:sldId id="266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0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A44"/>
                </a:solidFill>
              </a:defRPr>
            </a:pPr>
            <a:r>
              <a:t>GNN Surrogate — Architecture Iteration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One slide per run: what changed, and the resulting train/val loss curves.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Changed graph-level loss normalization: graph_pred is now rescaled from node-target stats into max_stress (target_mean/target_std) space before computing the loss, instead of comparing against node-target-normalized targets. This makes graph loss directly interpretable in max-stress units, and exposes that the model is currently no better than predicting the mean (val graph loss ~1.12, worse than train's 0.035). Next: revise GNN architecture to close this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0.0916 / 0.0916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0.1765 / 0.1516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0.0349 / 0.0346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1.1165 / 0.6797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0.0916 / 0.0916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0.1765 / 0.1516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Re-ran the same setup on a 100-sample subset (80 train / 20 val) instead of the full 1000-sample dataset. Same overfitting signature reproduces: train graph loss drops to ~0.03-0.04 while val graph loss plateaus/climbs around ~1.0, matching the full-dataset run's val graph loss of ~1.12. Since the failure mode is visible with 10x less data, decision: from now on, test architecture changes on 100-sample runs for fast iteration, and only validate on the full dataset once a change looks promising.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0.0701 / 0.0701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0.2448 / 0.2064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0.0407 / 0.0319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1.0286 / 0.6848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0.0701 / 0.0701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0.2448 / 0.2064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run_id::train_100samples_no_node_emb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train_100samples_no_node_emb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Ablation test: disabled the per-node learned embedding table (node_emb, ~6.2M params over 48249 fixed-topology nodes) by passing --use_node_emb false, everything else identical to train_100samples (100 samples, 80/20 split, 200 epochs). Result confirms the hypothesis: train/val node-loss gap shrank from 0.070/0.245 (0.175 gap) to 0.132/0.178 (0.046 gap), and val graph loss dropped from 1.03 (final) / 0.68 (best) to 0.78 (final) / 0.72 (best). node_emb was letting the model memorize per-node training outputs instead of generalizing from strut/BC inputs. Decision: keep use_node_emb=false as the default going forward; revisit only if we need to model strong position-specific effects the input features can't capture.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0.1320 / 0.1320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0.1781 / 0.1739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0.0795 / 0.0721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0.7813 / 0.7244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0.1320 / 0.1320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0.1781 / 0.1739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run_id::train_100samples_graph_w0.1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train_100samples_graph_w0.1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Tested node_loss_weight=0.9 / graph_loss_weight=0.1 (previously graph_loss_weight was 0.0, i.e. no direct gradient on the max-stress objective), on top of the use_node_emb=false baseline. Result: did NOT help — both val node loss (0.199 vs 0.178 baseline) and val graph loss (0.985 vs 0.781 baseline) got worse. Giving graph_pred = max_pool(node_pred) a direct gradient path appears to inject noisy, single-node-concentrated updates that hurt node-level learning too, not just fail to help the graph objective. Next: try a much smaller graph_loss_weight (e.g. 0.01) to see if a lighter touch avoids the destabilization while still nudging the max-stress node.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0.1899 / 0.1891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0.2774 / 0.2709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0.1162 / 0.1078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0.9849 / 0.8069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0.1980 / 0.1980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0.1988 / 0.1987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run_id::train_100samples_soft_max_w0.1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train_100samples_soft_max_w0.1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Tested a differentiable soft-max (LogSumExp) pooling as the training-loss surrogate for the graph objective, annealing beta 1-&gt;50 across training so it sharpens toward the true hard max by the final epoch (node_loss_weight=0.9, graph_loss_weight=0.1, use_node_emb=false, same as the failed hard-max-weighted run for a clean comparison). Goal was to fix the gradient instability from global_max_pool concentrating updates on a single node per graph. Result: did NOT help -- val graph loss ended at 1.06 and val node loss at 0.21, both worse than the graph_loss_weight=0.0 baseline (0.78 / 0.18), and train graph loss collapsed to 0.016 (near-perfect) as beta sharpened, reopening a train/val overfitting gap on the graph objective specifically. Diagnosis: the pooling function was never the bottleneck (verified it converges exactly to hard max); graph_pred is fully derived from node_pred, so any direct graph-level gradient just competes with the node loss for the same predictions instead of adding new information. Decision: reverted to graph_loss_weight=0.0 (hard max, no direct graph gradient) and removed the soft-max code path entirely. Next candidates: weighted node loss upweighting high-stress nodes, or a dedicated graph-level head off the unused global_emb virtual node instead of pooling node_pred.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0.1868 / 0.1868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0.2923 / 0.2818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0.0158 / 0.0145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1.0625 / 0.8674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0.2058 / 0.2058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0.2067 / 0.2065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run_id::train_100samples_graph_head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train_100samples_graph_head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Option 2: dedicated graph_head MLP on the global virtual node's h_global, decoupled from node_pred (replaces max_pool(node_pred)). node_loss_weight=0.8, graph_loss_weight=0.2, use_node_emb=false. Killed at epoch 158/200 -- graph loss flatlined at ~0.99 train / ~1.18 val from epoch ~11 onward, never improving (node loss learned fine: 0.86-&gt;0.16). Diagnosed with a forward-pass probe on the epoch-130 checkpoint: h_global is 99.88% cosine-similar across 20 different validation samples (per-dim std 0.0016 vs mean magnitude 0.034), and graph_pred varies by std=0.00009 across samples (corr with true target = -0.06). Root cause: global_emb is a single shared parameter broadcast identically to every graph; nothing forces h_global to become sample-specific, so graph_head reads a near-constant vector and just settles on the train-mean prediction. Verdict: architecture as built does not work -- next idea is feeding global_add_pool(node_pred) or pooled real-node features into graph_head alongside h_global so it has access to per-sample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0.3325 / 0.3325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0.3764 / 0.3753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0.9896 / 0.9878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1.1878 / 1.1240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0.1682 / 0.1682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0.1736 / 0.1727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run_id::train_100samples_topk5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train_100samples_topk5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Top-k mean pooling (k=5): graph_pred = mean of the 5 highest node_pred values per graph, replacing global_max_pool(node_pred). node_loss_weight=0.9, graph_loss_weight=0.1, use_node_emb=false. Killed at epoch 100/200. Train graph loss dropped fast and low (~0.09-0.24, i.e. ~20-27 MPa RMSE) -- a huge improvement over the previous max-pool plateau at ~0.99. BUT val graph loss stayed high and noisy (1.0-1.6, ~70-82 MPa RMSE), while val node loss tracked train node loss reasonably (0.21 vs 0.14). So top-k pooling let the graph head fit the train set well but it's still overfitting hard on the graph objective specifically -- the extreme-value target is still the bottleneck, likely because 80 training samples isn't enough to generalize the top-of-distribution behavior even with a smoother pooling function. Next: isolate graph_loss_weight=0 (pure node loss, node_loss_weight=1) as a baseline to see how much of this val overfit comes from optimizing graph_loss directly vs. it being inherent to the node predictions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0.1310 / 0.1310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0.3173 / 0.2782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0.0940 / 0.0940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1.3089 / 0.7936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0.1351 / 0.1351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0.2071 / 0.2033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run_id::train_100samples_graph_w0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train_100samples_graph_w0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Baseline isolation: node_loss_weight=1.0, graph_loss_weight=0.0 -- model trains purely on node_loss, graph_pred (top-k=5 mean pool) is logged but gets zero gradient. use_node_emb=false. Killed at epoch 116/200. Train graph loss (unoptimized, purely a side-effect of node_pred improving) still drops to ~0.03-0.08 (~11-13 MPa RMSE), but val graph loss stays stuck high and noisy at ~1.3-1.6 (~74-82 MPa RMSE) -- essentially the same magnitude as the weighted top-k run (train_100samples_topk5, val ~70-82 MPa). Node loss itself: train 0.68-&gt;0.08, val plateaus ~0.20-0.23 (mild overfit, much less severe than graph). Key finding: the val graph-loss overfit is NOT an artifact of directly optimizing graph_loss -- it persists identically even with zero gradient on it. This isolates the problem to the node predictions' extreme-value (max-stress) behavior itself: whatever handful of nodes determine the true max, the model can't generalize their stress values to unseen samples, regardless of pooling strategy or loss weighting. Next directions: more training data (this is the fast-iteration 100-sample regime), log-transforming targets, or explicit stress-concentration input features rather than further loss-shape/pooling tweaks.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0.0853 / 0.0853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0.2256 / 0.1967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0.0305 / 0.0305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1.4746 / 1.0001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0.0853 / 0.0853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0.2256 / 0.1967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run_id::train_100samples_w0.8_0.2_topk5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train_100samples_w0.8_0.2_topk5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Config: node_loss_weight=0.8, graph_loss_weight=0.2, weight_decay=1e-3, 100 samples, topk-mean graph pooling (graph_topk=30), use_node_emb=False. Killed at epoch 93/200 (results below through epoch 90).</a:t>
            </a:r>
          </a:p>
          <a:p/>
          <a:p>
            <a:r>
              <a:t>Results: train graph loss RMSE ~64 MPa, val graph loss RMSE ~92 MPa (best around epoch 82: ~66 MPa), noisy/non-monotonic val curve. No improvement over the topk=5 / node-emb-on config or the earlier max-pool/graph_w0 baselines -- val graph loss remains stuck in the same ~65-90 MPa band. Reinforces that pooling width and node-embedding choice aren't the bottleneck; the generalization gap is inherent to node_pred's extreme-value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0.4591 / 0.4591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0.7158 / 0.5198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0.7722 / 0.7680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1.9884 / 0.9782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0.3808 / 0.3765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0.3976 / 0.3676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/>
            </a:pPr>
            <a:r>
              <a:t>run_id::train_100samples_weighted_node_mse_g0_topk1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4"/>
                </a:solidFill>
              </a:defRPr>
            </a:pPr>
            <a:r>
              <a:t>Run: train_100samples_weighted_node_mse_g0_topk1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node_loss_weight=1.0, graph_loss_weight=0.0, graph_topk=1. Node loss switched from plain MSE to per-graph weighted MSE (weight_i = raw von Mises stress_i / sum of raw stress in that graph), so high-stress nodes contribute more to the gradient. Final: train 0.5122, val 0.6589.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2A44"/>
                </a:solidFill>
              </a:defRPr>
            </a:pPr>
            <a:r>
              <a:t>Metrics (final / best)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train_losses:  0.5122 / 0.5101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val_losses:  0.6589 / 0.6415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train_graph_losses:  0.1756 / 0.1597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val_graph_losses:  0.8073 / 0.6391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train_node_losses:  0.5122 / 0.5101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val_node_losses:  0.6589 / 0.6415</a:t>
            </a:r>
          </a:p>
        </p:txBody>
      </p:sp>
      <p:pic>
        <p:nvPicPr>
          <p:cNvPr id="6" name="Picture 5" descr="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
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AI-Based Surrogate Modeling</a:t>
            </a:r>
            <a:br/>
            <a:r>
              <a:t>for Finite Element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DD"/>
                </a:solidFill>
                <a:latin typeface="Calibri"/>
              </a:defRPr>
            </a:pPr>
            <a:r>
              <a:t>Replacing Expensive FEA Simulations with Graph Neural Networks</a:t>
            </a:r>
            <a:br/>
            <a:r>
              <a:t>for Rapid Parametric Design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C3F7"/>
                </a:solidFill>
                <a:latin typeface="Calibri"/>
              </a:defRPr>
            </a:pPr>
            <a:r>
              <a:t>Yonatan Reinstein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The Problem: FEA is a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FEA solves PDEs on meshes to predict stress, displacement, etc.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Each ANSYS simulation takes seconds to minutes per design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Design optimization requires evaluating thousands of candidates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Brute-force search over parametric dimensions is infeasible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Goal: train a fast surrogate model that approximates FEA
  with orders-of-magnitude speedup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Traditional vs. Surrogate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920240"/>
            <a:ext cx="4846320" cy="146304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Traditional:  dims → CAD → Mesh → ANSYS → stress</a:t>
            </a:r>
            <a:br/>
            <a:r>
              <a:t>              ~30 sec per design × 10,000 designs</a:t>
            </a:r>
            <a:br/>
            <a:r>
              <a:t>              = ~83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657600"/>
            <a:ext cx="4846320" cy="146304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Surrogate:    dims → Neural Network → stress</a:t>
            </a:r>
            <a:br/>
            <a:r>
              <a:t>              ~5 ms per design × 10,000 designs</a:t>
            </a:r>
            <a:br/>
            <a:r>
              <a:t>              = ~50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System Overview: Four-Stage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9260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FC3F7"/>
                </a:solidFill>
                <a:latin typeface="Calibri"/>
              </a:defRPr>
            </a:pPr>
            <a:r>
              <a:t>1. Data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Parametric CAD</a:t>
            </a:r>
            <a:br/>
            <a:r>
              <a:t>→ IRIT Mesh</a:t>
            </a:r>
            <a:br/>
            <a:r>
              <a:t>→ ANSYS FEA</a:t>
            </a:r>
            <a:br/>
            <a:r>
              <a:t>→ Graph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D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60320" cy="29260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BB6A"/>
                </a:solidFill>
                <a:latin typeface="Calibri"/>
              </a:defRPr>
            </a:pPr>
            <a:r>
              <a:t>2. Model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GNN / MLP</a:t>
            </a:r>
            <a:br/>
            <a:r>
              <a:t>Surrogate learns</a:t>
            </a:r>
            <a:br/>
            <a:r>
              <a:t>FEA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D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371600"/>
            <a:ext cx="2560320" cy="29260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726"/>
                </a:solidFill>
                <a:latin typeface="Calibri"/>
              </a:defRPr>
            </a:pPr>
            <a:r>
              <a:t>3.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Genetic Algorithm</a:t>
            </a:r>
            <a:br/>
            <a:r>
              <a:t>uses surrogate</a:t>
            </a:r>
            <a:br/>
            <a:r>
              <a:t>for fast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D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371600"/>
            <a:ext cx="2560320" cy="29260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5350"/>
                </a:solidFill>
                <a:latin typeface="Calibri"/>
              </a:defRPr>
            </a:pPr>
            <a:r>
              <a:t>4.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Compare candidates</a:t>
            </a:r>
            <a:br/>
            <a:r>
              <a:t>Visualize results</a:t>
            </a:r>
            <a:br/>
            <a:r>
              <a:t>Verify with FEA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The surrogate model is trained offline on FEA data, then used online during optimization</a:t>
            </a:r>
            <a:br/>
            <a:r>
              <a:t>to evaluate thousands of design candidates in seconds instead of hours.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Stage 1: Data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IRIT parametric CAD model defines geometry from dimensions
  (e.g., 36 parameters d1–d36 for the "arm" geometry)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Random sampling of dimension values within bounds
  (uniform distribution, seeded for reproducibility)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IRIT generates hex/tet mesh for each parameter set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ANSYS MAPDL runs FEA simulation:
  • Material: Steel (E = 200 GPa, ν = 0.3)
  • BCs: anchored base + applied tip load (1 MN)
  • Output: von Mises stress, displacement at every node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Parallel execution: 4 MAPDL instances with retry logic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~1000–3000 samples generated per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Pipeline per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dims = {d1: 0.41, d2: 0.73, ..., d36: 2.20}</a:t>
            </a:r>
            <a:br/>
            <a:r>
              <a:t>          ↓</a:t>
            </a:r>
            <a:br/>
            <a:r>
              <a:t>IRIT CAD model  →  volume = 17.87 m³</a:t>
            </a:r>
            <a:br/>
            <a:r>
              <a:t>          ↓</a:t>
            </a:r>
            <a:br/>
            <a:r>
              <a:t>Hex mesh (10×10×20)  →  2000+ nodes</a:t>
            </a:r>
            <a:br/>
            <a:r>
              <a:t>          ↓</a:t>
            </a:r>
            <a:br/>
            <a:r>
              <a:t>ANSYS MAPDL solve</a:t>
            </a:r>
            <a:br/>
            <a:r>
              <a:t>          ↓</a:t>
            </a:r>
            <a:br/>
            <a:r>
              <a:t>Per-node: [Ux, Uy, Uz, σ_vm]</a:t>
            </a:r>
            <a:br/>
            <a:r>
              <a:t>Global:   max_stress = 7.36e7 Pa</a:t>
            </a:r>
            <a:br/>
            <a:r>
              <a:t>          max_disp   = 0.0012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Background: Neural Networks in 60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A neural network is a parametric function f(x; θ) → 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Composed of layers: each applies a linear transform
  followed by a non-linear activation (e.g., ReLU)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Training = finding θ that minimizes a loss function
  L(θ) = ∑ || f(xᵢ; θ) - yᵢ ||²  (mean squared error)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Optimization via gradient descent:
  θ ← θ - α · ∇L(θ)  (backpropagation computes gradients)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Universal approximation: with enough parameters,
  can approximate any continuous function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Key advantage: once trained, inference is O(ms)
  vs. O(seconds) for FEA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MLP: Multi-Layer Perceptron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4846320" cy="182880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Input (36 dims)</a:t>
            </a:r>
            <a:br/>
            <a:r>
              <a:t>   ↓  Linear(36, 128) + ReLU</a:t>
            </a:r>
            <a:br/>
            <a:r>
              <a:t>Hidden (128)</a:t>
            </a:r>
            <a:br/>
            <a:r>
              <a:t>   ↓  Linear(128, 128) + ReLU</a:t>
            </a:r>
            <a:br/>
            <a:r>
              <a:t>Hidden (128)</a:t>
            </a:r>
            <a:br/>
            <a:r>
              <a:t>   ↓  Linear(128, 3)</a:t>
            </a:r>
            <a:br/>
            <a:r>
              <a:t>Output: [volume, stress, displacement]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931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The MLP takes dimension values as a flat vector and directly predicts global outputs. Simple and fast, but ignores the spatial/mesh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Key Insight: FEA Meshes Are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 FEA mesh is naturally a graph: nodes = vertices, elements define edges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Each node carries features: position (x,y,z), forces (Fx,Fy,Fz), boundary flag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Each node has labels from FEA: displacement (Ux,Uy,Uz) and stress (σ_vm)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This is exactly the structure Graph Neural Networks are designed to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Graph Data Object (PyTorch Geometric)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029200" cy="228600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Data(</a:t>
            </a:r>
            <a:br/>
            <a:r>
              <a:t>  x          = [N, 7]   # node features</a:t>
            </a:r>
            <a:br/>
            <a:r>
              <a:t>               [x, y, z, Fx, Fy, Fz, anchored]</a:t>
            </a:r>
            <a:br/>
            <a:r>
              <a:t>  edge_index = [2, E]   # bidirectional edges</a:t>
            </a:r>
            <a:br/>
            <a:r>
              <a:t>  volume     = scalar   # graph-level label</a:t>
            </a:r>
            <a:br/>
            <a:r>
              <a:t>  max_stress = scalar   # graph-level label</a:t>
            </a:r>
            <a:br/>
            <a:r>
              <a:t>  dims       = [1, 36]  # parametric dimensions</a:t>
            </a:r>
            <a:br/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Why Graphs Instead of Flat Vectors?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0233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Spatial locality: stress depends on neighboring nodes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Variable mesh sizes: graphs handle any number of nodes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Topology-aware: captures connectivity, not just coordinates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CCCCDD"/>
                </a:solidFill>
                <a:latin typeface="Calibri"/>
              </a:rPr>
              <a:t>Physically meaningful: mirrors how FEA itself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The GNN Surrogate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11480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Node features [N, 7]</a:t>
            </a:r>
            <a:br/>
            <a:r>
              <a:t>        ↓</a:t>
            </a:r>
            <a:br/>
            <a:r>
              <a:t>  Encoder MLP:  7 → 128 → 128</a:t>
            </a:r>
            <a:br/>
            <a:r>
              <a:t>        ↓</a:t>
            </a:r>
            <a:br/>
            <a:r>
              <a:t>  6× EdgeConv layers (with residual connections)</a:t>
            </a:r>
            <a:br/>
            <a:r>
              <a:t>    Each layer:</a:t>
            </a:r>
            <a:br/>
            <a:r>
              <a:t>      hᵢ = hᵢ + EdgeConv(hᵢ, edges)</a:t>
            </a:r>
            <a:br/>
            <a:r>
              <a:t>      EdgeConv aggregates neighbor info via:</a:t>
            </a:r>
            <a:br/>
            <a:r>
              <a:t>        MLP([hᵢ || hⱼ], 128, 128), aggr = max</a:t>
            </a:r>
            <a:br/>
            <a:r>
              <a:t>        ↓</a:t>
            </a:r>
            <a:br/>
            <a:r>
              <a:t>  Head MLP:  128 → 128 → 1  (per-node prediction)</a:t>
            </a:r>
            <a:br/>
            <a:r>
              <a:t>        ↓</a:t>
            </a:r>
            <a:br/>
            <a:r>
              <a:t>  Global Max Pool: aggregate all nodes → 1 scalar</a:t>
            </a:r>
            <a:br/>
            <a:r>
              <a:t>        ↓</a:t>
            </a:r>
            <a:br/>
            <a:r>
              <a:t>  Output: predicted max stress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Key Concepts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EdgeConv: for each node, concatenate its features
  with each neighbor's features, apply MLP, take max
  → learns edge-level interactions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Residual connections: h = h + conv(h)
  → preserves information across layers
  → stabilizes training of deep networks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Message passing: each layer lets nodes "communicate"
  with neighbors → after 6 layers, information has
  propagated 6 hops across the mesh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Global max pool: reduces variable-size node
  predictions to a single graph-level output
  (analogous to taking max stress over all nodes)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EdgeConv: Learning from Neighbors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Calibri"/>
              </a:defRPr>
            </a:pPr>
            <a:r>
              <a:t>EdgeConv is the core building block. Think of it as: each mesh node looks at its neighbors,</a:t>
            </a:r>
            <a:br/>
            <a:r>
              <a:t>computes a learned function of the pair, and aggregates the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Mathematical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029200" cy="228600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>
                <a:solidFill>
                  <a:srgbClr val="4FC3F7"/>
                </a:solidFill>
                <a:latin typeface="Consolas"/>
              </a:defRPr>
            </a:pPr>
            <a:r>
              <a:t>For node i with neighbors N(i):</a:t>
            </a:r>
            <a:br/>
            <a:br/>
            <a:r>
              <a:t>  hᵢ' = MAX   { MLP( [hᵢ || hⱼ] ) }</a:t>
            </a:r>
            <a:br/>
            <a:r>
              <a:t>       j ∈ N(i)</a:t>
            </a:r>
            <a:br/>
            <a:br/>
            <a:r>
              <a:t>  [hᵢ || hⱼ] = concatenation of features</a:t>
            </a:r>
            <a:br/>
            <a:r>
              <a:t>  MLP         = learnable non-linear function</a:t>
            </a:r>
            <a:br/>
            <a:r>
              <a:t>  MAX         = element-wise maximum over neighbors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Physical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Similar to how FEA assembles element stiffness:
  each element contributes to its nodes' equations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EdgeConv: each edge contributes a learned
  message to its endpoint nodes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Max aggregation picks the dominant influence
  (like max stress being determined by the most
  stressed neighboring element)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After 6 layers: each node's representation encodes
  information from a 6-hop neighborhood in the mesh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Stage 2: Training the Surrogate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Training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Dataset: ~3000 FEA simulations stored as graphs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Split: 80% training / 20% validation (random)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Loss function: Mean Squared Error (MSE)
  L = || predicted_stress - true_stress ||²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Optimizer: AdamW (lr = 0.002, weight_decay = 1e-4)
  → Adam with decoupled weight regularization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Scheduler: StepLR (step=20, γ=0.9)
  → learning rate decays every 20 epochs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Normalization: features &amp; targets scaled to ~unit range
  (forces /1e6, stress /1e6 → work in MPa &amp; 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Training Convergence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37360"/>
            <a:ext cx="4846320" cy="228600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Epoch  1:  train_loss = 0.980  val_loss = 0.95</a:t>
            </a:r>
            <a:br/>
            <a:r>
              <a:t>Epoch 10:  train_loss = 0.087  val_loss = 0.09</a:t>
            </a:r>
            <a:br/>
            <a:r>
              <a:t>Epoch 25:  train_loss = 0.031  val_loss = 0.03</a:t>
            </a:r>
            <a:br/>
            <a:r>
              <a:t>Epoch 50:  train_loss = 0.019  val_loss = 0.02</a:t>
            </a:r>
            <a:br/>
            <a:br/>
            <a:r>
              <a:t>  → ~98% reduction in prediction error</a:t>
            </a:r>
            <a:br/>
            <a:r>
              <a:t>  → val ≈ train: model generalizes well (no overfitting)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  <a:latin typeface="Calibri"/>
              </a:defRPr>
            </a:pPr>
            <a:r>
              <a:t>What the Model Learns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846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Mapping from mesh geometry + BCs → stress field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Implicitly learns material response without PDEs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Trained model runs in ~5 ms vs. ~30 s for ANSYS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Two Surrogate Approaches: MLP vs. GNN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4572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BB6A"/>
                </a:solidFill>
                <a:latin typeface="Calibri"/>
              </a:defRPr>
            </a:pPr>
            <a:r>
              <a:t>MLP (Multi-Layer Perceptron)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Input: flat vector of 36 dimension values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Output: [volume, stress, displacement]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Architecture: 36 → 128 → 128 → 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Total parameters: ~21,000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Ignores mesh structure entirely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Pro: very fast, simple, no mesh needed at inference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Con: cannot generalize to different topologies;
  treats geometry as a black box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029200" cy="4572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GNN (Graph Neural Network)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Input: full mesh graph (nodes + edges + features)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Output: predicted max stress (scalar)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Architecture: Encoder + 6×EdgeConv + Head + Pool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Total parameters: ~400,000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Exploits spatial structure of the mesh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Pro: topology-aware, mirrors FEA structure;
  physically meaningful representations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CCCCDD"/>
                </a:solidFill>
                <a:latin typeface="Calibri"/>
              </a:rPr>
              <a:t>Con: requires mesh generation at inference;
  more expensive to train and 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Stage 3: Genetic Algorithm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Population: 200 individuals (each = 36 dimensions)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Generations: 400 evolutionary cycles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Selection: tournament (k=2), top 80% survive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Crossover: blend α·p1 + (1-α)·p2, α ∈ [0.3, 0.7]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Mutation: Gaussian noise, σ = 5% of range
  per-gene probability = 16%
  rate adapts upward after gen 100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Elitism: top 4 individuals preserved unmutated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FC3F7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Checkpointing: population saved every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Multi-Objective Fitness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37360"/>
            <a:ext cx="4846320" cy="274320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Fitness = 0.49 · V_norm      (minimize volume)</a:t>
            </a:r>
            <a:br/>
            <a:r>
              <a:t>       + 0.49 · S_norm      (minimize stress)</a:t>
            </a:r>
            <a:br/>
            <a:r>
              <a:t>       + 0.02 · (1 - D_norm) (maintain diversity)</a:t>
            </a:r>
            <a:br/>
            <a:br/>
            <a:r>
              <a:t>Stress constraint (soft penalty):</a:t>
            </a:r>
            <a:br/>
            <a:r>
              <a:t>  penalty = max(σ - σ_yield, 0) · weight</a:t>
            </a:r>
            <a:br/>
            <a:r>
              <a:t>  added to volume score</a:t>
            </a:r>
            <a:br/>
            <a:br/>
            <a:r>
              <a:t>All objectives normalized to [0,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7548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The GA uses the surrogate for evaluation: each generation evaluates 200 designs in milliseconds. Without the surrogate, this would require 200 ANSYS simulations per generation × 400 generations = 80,000 simulations.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The Synergy: Surrogate + Evolutionary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The GA does not need gradients of the objective → works even though mesh generation is non-differentiable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The surrogate replaces the expensive inner loop (FEA evaluation) with a fast forward pass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FC3F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Cost comparison: 200 pop × 400 gen = 80,000 evaluations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00400"/>
            <a:ext cx="9144000" cy="256032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4FC3F7"/>
                </a:solidFill>
                <a:latin typeface="Consolas"/>
              </a:defRPr>
            </a:pPr>
            <a:r>
              <a:t>┌───────────────────────┬────────────────────┬────────────────────┐</a:t>
            </a:r>
            <a:br/>
            <a:r>
              <a:t>│                       │  ANSYS FEA           │  GNN Surrogate       │</a:t>
            </a:r>
            <a:br/>
            <a:r>
              <a:t>├───────────────────────┼────────────────────┼────────────────────┤</a:t>
            </a:r>
            <a:br/>
            <a:r>
              <a:t>│ Time per evaluation    │  ~30 seconds         │  ~5 milliseconds     │</a:t>
            </a:r>
            <a:br/>
            <a:r>
              <a:t>│ 80,000 evaluations     │  ~28 days            │  ~7 minutes          │</a:t>
            </a:r>
            <a:br/>
            <a:r>
              <a:t>│ Requires ANSYS license │  Yes                  │  No                   │</a:t>
            </a:r>
            <a:br/>
            <a:r>
              <a:t>│ Accuracy               │  Ground truth         │  Approximation        │</a:t>
            </a:r>
            <a:br/>
            <a:r>
              <a:t>│ Mesh-aware             │  Yes                  │  Yes (GNN) / No (MLP) │</a:t>
            </a:r>
            <a:br/>
            <a:r>
              <a:t>└───────────────────────┴────────────────────┴────────────────────┘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Technical Stack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Deep Learning: PyTorch + PyTorch Geometric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FEA Solver: ANSYS MAPDL 25.1 (parallel pool)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CAD Engine: IRIT Geometric Modeler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Optimization: Custom GA (NumPy)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Visualization: PyVista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Compute: HPC cluster (PBS job scripts)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Project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37360"/>
            <a:ext cx="4846320" cy="4389120"/>
          </a:xfrm>
          <a:prstGeom prst="round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4FC3F7"/>
                </a:solidFill>
                <a:latin typeface="Consolas"/>
              </a:defRPr>
            </a:pPr>
            <a:r>
              <a:t>ai_fea_surrogate/</a:t>
            </a:r>
            <a:br/>
            <a:r>
              <a:t>├── core/               # Mesh, Component, IRIT</a:t>
            </a:r>
            <a:br/>
            <a:r>
              <a:t>│   ├── component.py    # Geometry → Graph conversion</a:t>
            </a:r>
            <a:br/>
            <a:r>
              <a:t>│   ├── mesh.py         # MAPDL interface, mesh ops</a:t>
            </a:r>
            <a:br/>
            <a:r>
              <a:t>│   └── IritModel.py    # Parametric CAD wrapper</a:t>
            </a:r>
            <a:br/>
            <a:r>
              <a:t>├── utils/              # Model definitions</a:t>
            </a:r>
            <a:br/>
            <a:r>
              <a:t>│   ├── gnn_surrogate.py  # GNN architecture</a:t>
            </a:r>
            <a:br/>
            <a:r>
              <a:t>│   └── mlp_surrogate.py  # MLP architecture</a:t>
            </a:r>
            <a:br/>
            <a:r>
              <a:t>├── training/           # Data gen &amp; training</a:t>
            </a:r>
            <a:br/>
            <a:r>
              <a:t>├── evaluators/         # Inference wrappers</a:t>
            </a:r>
            <a:br/>
            <a:r>
              <a:t>├── optimization/       # GA + fitness</a:t>
            </a:r>
            <a:br/>
            <a:r>
              <a:t>└── data/{geometry}/    # Per-geometry configs</a:t>
            </a:r>
            <a:br/>
            <a:r>
              <a:t>    ├── CAD_model/      # dims.json, material</a:t>
            </a:r>
            <a:br/>
            <a:r>
              <a:t>    ├── dataset/        # Generated .pt files</a:t>
            </a:r>
            <a:br/>
            <a:r>
              <a:t>    └── checkpoints/    # Trained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C3F7"/>
                </a:solidFill>
                <a:latin typeface="Calibri"/>
              </a:defRPr>
            </a:pPr>
            <a:r>
              <a:t>Summary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End-to-end pipeline: parametric CAD → FEA data
  → surrogate training → design optimization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GNN surrogate that respects mesh topology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~6000× speedup over direct FEA evaluation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Multi-objective GA finds low-volume, low-stress designs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Modular: supports multiple geometries &amp; evaluators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  <a:latin typeface="Calibri"/>
              </a:defRPr>
            </a:pPr>
            <a:r>
              <a:t>Possible 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Predict full stress fields (per-node), not just max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Active learning: let the GA request new FEA data
  in regions of high uncertainty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Transfer learning across geometries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Mesh-free approaches (e.g., neural operators)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FC3F7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Uncertainty quantification for surrogate predictions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4FC3F7"/>
                </a:solidFill>
                <a:latin typeface="Calibri"/>
              </a:defRPr>
            </a:pPr>
            <a:r>
              <a:t>Core idea: leverage the structural similarity between FEA meshes and graph neural networks</a:t>
            </a:r>
            <a:br/>
            <a:r>
              <a:t>to build a fast, topology-aware surrogate that enables efficient design space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